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75" r:id="rId8"/>
    <p:sldId id="263" r:id="rId9"/>
    <p:sldId id="264" r:id="rId10"/>
    <p:sldId id="276" r:id="rId11"/>
    <p:sldId id="265" r:id="rId12"/>
    <p:sldId id="266" r:id="rId13"/>
    <p:sldId id="277" r:id="rId14"/>
    <p:sldId id="267" r:id="rId15"/>
    <p:sldId id="268" r:id="rId16"/>
    <p:sldId id="273" r:id="rId17"/>
    <p:sldId id="274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199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69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52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72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7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291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 ·  UNIVERSITY OF GENOA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Text Quality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Analyzer &amp; Rewriter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writing assistant that corrects grammar,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pleonasms, and rewrites Italian texts.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3840480" cy="594360"/>
          </a:xfrm>
          <a:prstGeom prst="roundRect">
            <a:avLst>
              <a:gd name="adj" fmla="val 7692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159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Emanuela Ibra  ·  Yakup Gürer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Correct grammar only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Ignore redundancy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 pleonasms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Don't reduce repetition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global quality improvement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3749040" cy="822960"/>
          </a:xfrm>
          <a:prstGeom prst="roundRect">
            <a:avLst>
              <a:gd name="adj" fmla="val 5556"/>
            </a:avLst>
          </a:prstGeom>
          <a:solidFill>
            <a:srgbClr val="FFF3F3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02996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Collaborare insieme è molto importante.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finale è stato positivo.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880360"/>
            <a:ext cx="914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749040"/>
            <a:ext cx="3749040" cy="640080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794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Collaborare è molto importante.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è stato positivo.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intelligent writing assistant for Italian texts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490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Correction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856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fix grammatical</a:t>
            </a:r>
            <a:r>
              <a:rPr lang="tr-TR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087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49240" y="1490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856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Lexical, lemma-based, and synonym repetition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Pleonasm 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0449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JSON-based knowledge base for Italian pleonasms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6974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26791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Redundancy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30449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similarity analysis with spaCy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862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8679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Rewriting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2336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AI-powered (Ollama) rewriting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947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8862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49240" y="38679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Docs Integration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42336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sidebar integration into Google Docs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B5E3B-3ACD-4D5E-880B-9CBB53010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923" y="963113"/>
            <a:ext cx="4304132" cy="39243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10171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7D7BF8-88FB-425B-9B21-E81CB89BE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861" y="945291"/>
            <a:ext cx="3208514" cy="41982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Correction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LanguageTool</a:t>
            </a:r>
            <a:r>
              <a:rPr lang="tr-TR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,spyCy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Detects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48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Grammatical errors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788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Spelling mistakes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0515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(grammar error):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92024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 studenti va a scuola.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corrected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274320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 studenti vanno a scuola.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Correction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103AD-8CC0-4D4B-BE9B-39B9B9B1C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4122"/>
            <a:ext cx="8459799" cy="216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247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Repetition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 repeated multiple times in close proximity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progetto   progetto   progetto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231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Lemma Repetition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forms of the same root word repeated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487168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48716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migliora   ·   migliorato   ·   miglioramento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48456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DF4FF"/>
          </a:solidFill>
          <a:ln w="12700">
            <a:solidFill>
              <a:srgbClr val="E9D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7216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2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Synonym Repetition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087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equivalent words used redundantly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785616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785616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2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importante   ·   significativo   ·   fondamentale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Pleonasm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59" y="1554480"/>
            <a:ext cx="4161479" cy="3200400"/>
          </a:xfrm>
          <a:prstGeom prst="roundRect">
            <a:avLst>
              <a:gd name="adj" fmla="val 312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Knowledge 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hardcoding pleonasms in Python: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PLEONASMS = {...}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JSON file is used: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italian_pleonasms.json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is lemma-based, NOT exact-string.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00200"/>
          <a:ext cx="4114800" cy="3200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Pleonasm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risultato finale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risultato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regalo gratuito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regalo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pianificazione futura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pianificazione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collaborare insieme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scendere giù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scendere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</a:t>
            </a:r>
            <a:r>
              <a:rPr lang="tr-TR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Pleonasm 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2347A4-8FEB-4582-BDA3-0A63CBF82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41" y="914400"/>
            <a:ext cx="6782578" cy="1887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EDC5FB-E829-4CA0-9DDF-B8A34545E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41" y="2801643"/>
            <a:ext cx="6782578" cy="216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3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Redundancy Detection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Similarity Analysis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852928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0C0"/>
                </a:solidFill>
              </a:rPr>
              <a:t>Sentence-Transformer Embeddings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semantic sentence vectors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02736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630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3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</a:rPr>
              <a:t>Cosine Similarity Matrix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3904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every sentence pair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379976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3799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r>
              <a:rPr lang="tr-TR" sz="13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Classification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654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Candidate/ Manual 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271016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0" y="1856232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8562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vendite sono diminuite nel terzo trimestre.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2807208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8072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Nel terzo trimestre le vendite hanno registrato un calo.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52044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53872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 &gt; threshold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7764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Flagged as redundant</a:t>
            </a:r>
            <a:endParaRPr lang="en-US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966B74-3284-4610-8D9F-95ACA56A5E10}"/>
              </a:ext>
            </a:extLst>
          </p:cNvPr>
          <p:cNvSpPr txBox="1"/>
          <p:nvPr/>
        </p:nvSpPr>
        <p:spPr>
          <a:xfrm>
            <a:off x="320040" y="1439342"/>
            <a:ext cx="4160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The system uses a multilingual Sentence-Transformer model to compare the meaning of complete sentences, not only individual words.</a:t>
            </a:r>
          </a:p>
          <a:p>
            <a:r>
              <a:rPr lang="en-US" sz="1050" dirty="0"/>
              <a:t>Each sentence is converted into a semantic vector. Then the system calculates cosine similarity between all sentence pairs.</a:t>
            </a:r>
          </a:p>
          <a:p>
            <a:r>
              <a:rPr lang="en-US" sz="1050" dirty="0"/>
              <a:t>If the similarity score is high, the pair is classified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1" dirty="0"/>
              <a:t>Duplicate</a:t>
            </a:r>
            <a:r>
              <a:rPr lang="en-US" sz="1050" dirty="0"/>
              <a:t>: almost identical meaning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1" dirty="0"/>
              <a:t>Manual review</a:t>
            </a:r>
            <a:r>
              <a:rPr lang="en-US" sz="1050" dirty="0"/>
              <a:t>: user chooses which sentence to keep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1" dirty="0"/>
              <a:t>Merge candidate</a:t>
            </a:r>
            <a:r>
              <a:rPr lang="en-US" sz="1050" dirty="0"/>
              <a:t>: the system may merge them during rewriting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Pre-Merging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98080" y="1828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needed?  If we directly pass both sentences to the AI, information may be lost.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234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Pair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05740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 (</a:t>
            </a: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-Tranformers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2880" y="28803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" y="2880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Delete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" y="38862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7F1D1D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2880" y="3886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 choose what to keep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28803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17520" y="2880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&lt; Score &lt;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Threshold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17520" y="38862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451A03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886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as Merge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28803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2880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Merge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0" y="38862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886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Unchanged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</a:t>
            </a:r>
            <a:r>
              <a:rPr lang="tr-TR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dundant Pair 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07D86A-6DCB-4055-93C1-4F3568E49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58" y="1514818"/>
            <a:ext cx="8638056" cy="273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976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Rewriting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134688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1271848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12718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</a:t>
            </a:r>
            <a:r>
              <a:rPr lang="tr-TR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(Ollama)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1820488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1820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tr-TR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text 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2277688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277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Build prompt with context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2734888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7348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Send to local LLM (Ollama)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192088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92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Parse model output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3649288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649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Return rewritten text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4152208"/>
            <a:ext cx="374904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152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Better quality  ·  Context-aware  ·  Natural output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Docs Integration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27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text in Google Docs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Opens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527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sidebar opens automatically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13432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87752"/>
            <a:ext cx="502920" cy="502920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404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3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 to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788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sent to FastAPI backend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313432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FDF4FF"/>
          </a:solidFill>
          <a:ln w="12700">
            <a:solidFill>
              <a:srgbClr val="E9D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587752"/>
            <a:ext cx="502920" cy="502920"/>
          </a:xfrm>
          <a:prstGeom prst="ellipse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2404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2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Displayed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788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pleonasms, and issues shown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75304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36667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Reviews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0507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suggestions &amp; accepts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849624"/>
            <a:ext cx="502920" cy="5029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40680" y="36667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Replaced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40507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text replaced with improved version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3000" dirty="0"/>
              <a:t>Model Candidates Tested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E734850-A374-4ABF-96CA-2265269F4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13" y="1308974"/>
            <a:ext cx="8523743" cy="272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18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3000" dirty="0"/>
              <a:t>How we compared alternatives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945B21B-55D4-4884-AE1A-564D99CAC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52" y="1141052"/>
            <a:ext cx="8175248" cy="55941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99126A5-C641-4E74-83EA-7EC6BCB40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68482"/>
            <a:ext cx="8229601" cy="286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29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Italian writing assistant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grammar correction (LanguageTool)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2588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32588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detection (lexical, lemma, synonym)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19456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Pleonasm detection (JSON knowledge base)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19456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219456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redundancy analysis (</a:t>
            </a:r>
            <a:r>
              <a:rPr lang="tr-T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Sentence-Tranformer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06324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Pre-merging strategy 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3192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393192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rewriting (Ollama — high quality)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104389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9586" y="3104389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61066" y="3104389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integration (real application)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672</Words>
  <Application>Microsoft Office PowerPoint</Application>
  <PresentationFormat>On-screen Show (16:9)</PresentationFormat>
  <Paragraphs>191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Italian Text Quality Analyzer and Rewriter</dc:title>
  <dc:subject>PptxGenJS Presentation</dc:subject>
  <dc:creator>Emanuela Ibra, Yakup Gürer</dc:creator>
  <cp:lastModifiedBy>ela ibra</cp:lastModifiedBy>
  <cp:revision>16</cp:revision>
  <dcterms:created xsi:type="dcterms:W3CDTF">2026-06-22T20:16:00Z</dcterms:created>
  <dcterms:modified xsi:type="dcterms:W3CDTF">2026-06-27T11:31:44Z</dcterms:modified>
</cp:coreProperties>
</file>